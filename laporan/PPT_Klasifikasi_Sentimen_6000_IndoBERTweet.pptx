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sebutkan judul, topik, dan bahwa penelitian memakai komentar YouTube terkait LCC 4 Pilar Kalbar dengan pendekatan IndoBERTweet.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presentasi dibuat ringkas: mulai dari masalah, data, EDA, model IndoBERTweet, lalu hasil evaluasi.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alasan akademik: data mentah komentar YouTube diproses menjadi informasi sentimen menggunakan metode data mining/NLP.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data tidak dipalsukan: target 6000, tetapi hasil valid real scraping adalah 5.856 raw dan 5.760 bersih. Ini lebih jujur dan akademik.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setiap tahap secara singkat. Tekankan bahwa alur ini sesuai data mining: collect, process, model,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tiga label dan alasan kenapa kritik_juri_panitia dominan.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EDA tidak hanya menghitung jumlah, tetapi juga membantu mendeteksi label yang perlu dicek 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2.099 komentar ditandai untuk manual review. Ini bukan kelemahan, tetapi bagian validasi dataset agar lebih akademik.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menjawab pertanyaan dosen: EDA-nya apa saja? Salah satunya analisis aspek.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jawaban kalau ditanya mengapa tidak memakai Naive Bayes/SVM: karena ingin metode yang lebih modern dan belum umum dipakai di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angka-angka utama: accuracy 93,14%; F1 weighted 93,02%. Ingat: weighted bisa tinggi karena kelas dominan besar.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performa per kelas penting. Jangan hanya menyebut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confusion matrix membantu mengetahui apakah model sering salah pada kelas tertentu. Kelas pro_peserta menjadi perhatian karena jumlahnya kecil.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untuk menutup bagian teknis dan menunjukkan bahwa project sudah rapi.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sampaikan bahwa penelitian sudah sesuai data mining dan masih bisa dikembangkan dengan validasi label serta penambahan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Akhiri dengan membuka sesi pertanyaan.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5" name="Image 0" descr="/mnt/data/ref_extract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029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73736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LAPORAN TUGAS PENAMBANGAN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21488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Klasifikasi Sentimen 6000 Komentar YouTube terhadap Kontroversi LCC 4 Pilar Kalimantan Barat Menggunakan Fine-Tuning IndoBERTweet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85216" y="353872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E5"/>
                </a:solidFill>
              </a:rPr>
              <a:t>Studi kasus text mining berbasis komentar YouTube dan model transformer Bahasa Indonesia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85216" y="3977640"/>
            <a:ext cx="10515600" cy="0"/>
          </a:xfrm>
          <a:prstGeom prst="line">
            <a:avLst/>
          </a:prstGeom>
          <a:noFill/>
          <a:ln w="15240">
            <a:solidFill>
              <a:srgbClr val="2A3A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425196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Dosen Pengampu: YOGA DWITYA PRAMUDITA S.Kom., M.Cs.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" y="45537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E5"/>
                </a:solidFill>
              </a:rPr>
              <a:t>Disusun oleh: Reno Syaelendra • Firdausi Nuzula • Achmad Zulkarnaen • Ariel Ibnu Firmansyah MS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5216" y="6126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ACC15"/>
                </a:solidFill>
              </a:rPr>
              <a:t>Program Studi Teknik Informatika • Fakultas Teknik • Universitas Trunodjoyo Madura • 2026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Presentasi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Fokus: dataset, EDA, metode, hasil, dan kesimpulan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124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Latar belakang &amp; tujuan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17043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9D4E5"/>
                </a:solidFill>
              </a:rPr>
              <a:t>Mengapa topik ini relevan untuk data mining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41248" y="1572768"/>
            <a:ext cx="0" cy="438912"/>
          </a:xfrm>
          <a:prstGeom prst="line">
            <a:avLst/>
          </a:prstGeom>
          <a:noFill/>
          <a:ln w="13970">
            <a:solidFill>
              <a:srgbClr val="2A3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084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Dataset komentar YouTube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130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9D4E5"/>
                </a:solidFill>
              </a:rPr>
              <a:t>Target 6000; data valid yang dipakai 5.856 raw dan 5.760 setelah preprocessing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41248" y="2532888"/>
            <a:ext cx="0" cy="438912"/>
          </a:xfrm>
          <a:prstGeom prst="line">
            <a:avLst/>
          </a:prstGeom>
          <a:noFill/>
          <a:ln w="13970">
            <a:solidFill>
              <a:srgbClr val="2A3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63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044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EDA &amp; labeling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9D4E5"/>
                </a:solidFill>
              </a:rPr>
              <a:t>Distribusi label, aspek, confidence, manual review, top kata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41248" y="3493008"/>
            <a:ext cx="0" cy="438912"/>
          </a:xfrm>
          <a:prstGeom prst="line">
            <a:avLst/>
          </a:prstGeom>
          <a:noFill/>
          <a:ln w="13970">
            <a:solidFill>
              <a:srgbClr val="2A3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Fine-Tuning IndoBERTweet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92040" y="40507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9D4E5"/>
                </a:solidFill>
              </a:rPr>
              <a:t>Model transformer untuk teks media sosial Bahasa Indonesia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41248" y="4453128"/>
            <a:ext cx="0" cy="438912"/>
          </a:xfrm>
          <a:prstGeom prst="line">
            <a:avLst/>
          </a:prstGeom>
          <a:noFill/>
          <a:ln w="13970">
            <a:solidFill>
              <a:srgbClr val="2A3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983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4965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Evaluasi &amp; kesimpulan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92040" y="50109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C9D4E5"/>
                </a:solidFill>
              </a:rPr>
              <a:t>Accuracy, precision, recall, F1-score, confusion matrix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Topik Ini Dipilih?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Kontroversi publik menghasilkan banyak opini tidak terstruktur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6692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F8FAFC"/>
                </a:solidFill>
              </a:rPr>
              <a:t>Komentar YouTube berisi opini langsung warganet tentang jalannya LCC 4 Pilar Kalbar.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Data berbentuk teks tidak terstruktur, sehingga cocok untuk studi kasus text mining.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Kasusnya aktual dan relevan karena banyak komentar membahas juri, panitia, peserta, dan sistem penilaian.</a:t>
            </a:r>
            <a:endParaRPr lang="en-US" sz="1800" dirty="0"/>
          </a:p>
          <a:p>
            <a:r>
              <a:rPr lang="en-US" sz="1800" dirty="0">
                <a:solidFill>
                  <a:srgbClr val="F8FAFC"/>
                </a:solidFill>
              </a:rPr>
              <a:t>Output penelitian membantu melihat kecenderungan opini serta kemampuan model memahami komentar informal.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20840" y="1234440"/>
            <a:ext cx="4480560" cy="3474720"/>
          </a:xfrm>
          <a:prstGeom prst="roundRect">
            <a:avLst>
              <a:gd name="adj" fmla="val 2105"/>
            </a:avLst>
          </a:prstGeom>
          <a:solidFill>
            <a:srgbClr val="162237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22592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Posisi dalam Penambangan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0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CC15"/>
                </a:solidFill>
              </a:rPr>
              <a:t>Text Mining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mengolah komentar teks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0880" y="2651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CC15"/>
                </a:solidFill>
              </a:rPr>
              <a:t>Sentiment Classification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52560" y="2651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mengelompokkan sikap/opini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40880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CC15"/>
                </a:solidFill>
              </a:rPr>
              <a:t>Supervised Learning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5256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model belajar dari label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0" y="3840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CC15"/>
                </a:solidFill>
              </a:rPr>
              <a:t>Transformer NLP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5256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memahami konteks bahasa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Penelitian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Komentar YouTube terkait kontroversi LCC 4 Pilar Kalimantan Barat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CC15"/>
                </a:solidFill>
              </a:rPr>
              <a:t>5.856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490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5"/>
                </a:solidFill>
              </a:rPr>
              <a:t>komentar raw terkumpul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180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5.760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71800" y="1490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5"/>
                </a:solidFill>
              </a:rPr>
              <a:t>data setelah preprocessing / labeling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235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7.939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23560" y="1490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5"/>
                </a:solidFill>
              </a:rPr>
              <a:t>total like komentar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</a:rPr>
              <a:t>902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09560" y="1490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5"/>
                </a:solidFill>
              </a:rPr>
              <a:t>like tertinggi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755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CC15"/>
                </a:solidFill>
              </a:rPr>
              <a:t>14,43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875520" y="1490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5"/>
                </a:solidFill>
              </a:rPr>
              <a:t>rata-rata kata per komentar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834640"/>
          <a:ext cx="6492240" cy="214884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</a:rPr>
                        <a:t>File penting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</a:rPr>
                        <a:t>Fungsi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komentar_raw_6000.csv / .xlsx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data komentar mentah hasil scraping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komentar_preprocessed_6000.csv / .xlsx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data setelah cleaning dan normalisasi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komentar_labeled_6000.csv / .xlsx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data berlabel 3 kelas dengan confidence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ringkasan_eda_lengkap.xlsx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F8FAFC"/>
                          </a:solidFill>
                        </a:rPr>
                        <a:t>rekap distribusi label, aspek, dan contoh data</a:t>
                      </a:r>
                      <a:endParaRPr lang="en-US" sz="122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35240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</a:rPr>
              <a:t>Catatan penting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635240" y="3218688"/>
            <a:ext cx="37490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8FAFC"/>
                </a:solidFill>
              </a:rPr>
              <a:t>Judul memakai target 6000 komentar. Data valid pada file terlampir berjumlah 5.856 raw dan 5.760 setelah preprocessing/labeling; hal ini ditulis apa adanya agar laporan tetap akurat.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Penelitian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Dari komentar YouTube sampai evaluasi 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162237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2128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Scraping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2648" y="2532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5"/>
                </a:solidFill>
              </a:rPr>
              <a:t>YouTube Data API v3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67712" y="2295144"/>
            <a:ext cx="320040" cy="320040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201168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1E2D49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2128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Preprocessing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551176" y="2532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5"/>
                </a:solidFill>
              </a:rPr>
              <a:t>cleaning, normalisasi, stemming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2295144"/>
            <a:ext cx="320040" cy="320040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9976" y="201168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162237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2128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Labeling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9704" y="2532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5"/>
                </a:solidFill>
              </a:rPr>
              <a:t>weighted rule-based 3 kelas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2295144"/>
            <a:ext cx="320040" cy="320040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201168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1E2D49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2128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EDA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28232" y="2532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5"/>
                </a:solidFill>
              </a:rPr>
              <a:t>label, aspek, top kata, confidence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83296" y="2295144"/>
            <a:ext cx="320040" cy="320040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57032" y="201168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162237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22128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Fine-Tuning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366760" y="2532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5"/>
                </a:solidFill>
              </a:rPr>
              <a:t>IndoBERTweet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021824" y="2295144"/>
            <a:ext cx="320040" cy="320040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95560" y="2011680"/>
            <a:ext cx="1664208" cy="960120"/>
          </a:xfrm>
          <a:prstGeom prst="roundRect">
            <a:avLst>
              <a:gd name="adj" fmla="val 7619"/>
            </a:avLst>
          </a:prstGeom>
          <a:solidFill>
            <a:srgbClr val="1E2D49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14432" y="22128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Evaluasi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0305288" y="25328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5"/>
                </a:solidFill>
              </a:rPr>
              <a:t>accuracy, precision, recall, F1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7280" y="3977640"/>
            <a:ext cx="98755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Poin pembeda: metode utama bukan lagi Naive Bayes atau SVM, tetapi model transformer IndoBERTweet yang lebih sesuai untuk teks informal media sosial Bahasa Indonesia.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Skema Label &amp; Distribusi Kelas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Label dominan: kritik_juri_panitia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4846320" cy="2057400"/>
        </p:xfrm>
        <a:graphic>
          <a:graphicData uri="http://schemas.openxmlformats.org/drawingml/2006/table">
            <a:tbl>
              <a:tblPr/>
              <a:tblGrid>
                <a:gridCol w="15087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Makna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kritik_juri_panitia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kritik terhadap juri, panitia, MPR, aturan, keputusan, atau sistem penilaian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pro_peserta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dukungan, pembelaan, atau simpati kepada peserta/siswa/sekolah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netral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8FAFC"/>
                          </a:solidFill>
                        </a:rPr>
                        <a:t>komentar informatif, bertanya, minta link/video, atau tidak menunjukkan sikap jelas</a:t>
                      </a:r>
                      <a:endParaRPr lang="en-US" sz="115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1051560"/>
            <a:ext cx="58064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9" name="Image 0" descr="/mnt/data/tmp_hasil/hasil/01_distribusi_label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370824"/>
            <a:ext cx="5660136" cy="34945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9864" y="5138928"/>
            <a:ext cx="5696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Gambar 5.1 Distribusi label sentimen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85800" y="3950208"/>
            <a:ext cx="45720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Insight utama: 65,75% komentar masuk kelas kritik_juri_panitia; isu yang paling sering muncul adalah kritik terhadap juri/panitia/sistem penilaian.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Label: Proporsi, Panjang, dan Confidence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Membaca kualitas label dan karakter komentar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8" name="Image 0" descr="/mnt/data/tmp_hasil/hasil/02_distribusi_label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81649"/>
            <a:ext cx="3419856" cy="32729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" y="51389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Persentase distribusi label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97680" y="1051560"/>
            <a:ext cx="3703320" cy="42976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1" name="Image 1" descr="/mnt/data/tmp_hasil/hasil/03_panjang_komentar_per_lab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143524"/>
            <a:ext cx="3557016" cy="19491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52544" y="513892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Sebaran jumlah kata per label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229600" y="105156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4" name="Image 2" descr="/mnt/data/tmp_hasil/hasil/04_rata_rata_confidence_per_lab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104738"/>
            <a:ext cx="3282696" cy="20267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4464" y="5138928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Rata-rata confidence label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20" dirty="0">
                <a:solidFill>
                  <a:srgbClr val="F8FAFC"/>
                </a:solidFill>
              </a:rPr>
              <a:t>Interpretasi: confidence label netral lebih rendah dibanding kritik/pro, sehingga komentar netral dan ambigu perlu dicek manual lebih hati-hati.</a:t>
            </a:r>
            <a:endParaRPr lang="en-US" sz="1520" dirty="0"/>
          </a:p>
        </p:txBody>
      </p:sp>
      <p:sp>
        <p:nvSpPr>
          <p:cNvPr id="17" name="Text 12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Label: Manual Review &amp; Top Kata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Pengecekan kualitas label dan kata dominan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8" name="Image 0" descr="/mnt/data/tmp_hasil/hasil/05_manual_review_requ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44603"/>
            <a:ext cx="3602736" cy="25470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" y="513892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Komentar yang perlu dicek manual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480560" y="10515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1" name="Image 1" descr="/mnt/data/tmp_hasil/hasil/06_top_kata_label_kritik_juri_panit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155675"/>
            <a:ext cx="3419856" cy="16845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5424" y="289864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Top kata: kritik_juri_panitia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183880" y="10515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4" name="Image 2" descr="/mnt/data/tmp_hasil/hasil/06_top_kata_label_net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1155675"/>
            <a:ext cx="3419856" cy="168457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38744" y="289864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Top kata: netral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355080" y="352044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7" name="Image 3" descr="/mnt/data/tmp_hasil/hasil/06_top_kata_label_pro_peser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603217"/>
            <a:ext cx="3511296" cy="17272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9944" y="5367528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Top kata: pro_peserta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Aspect-Based EDA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Apa aspek yang paling banyak dibahas warganet?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8" name="Image 0" descr="/mnt/data/tmp_hasil/hasil/07_aspec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73669"/>
            <a:ext cx="5157216" cy="28260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5276088"/>
            <a:ext cx="5193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Distribusi aspek komentar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63640" y="105156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1" name="Image 1" descr="/mnt/data/tmp_hasil/hasil/08_aspect_vs_lab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916494"/>
            <a:ext cx="5157216" cy="25403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18504" y="5276088"/>
            <a:ext cx="5193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Hubungan aspek dengan label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14400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70" dirty="0">
                <a:solidFill>
                  <a:srgbClr val="F8FAFC"/>
                </a:solidFill>
              </a:rPr>
              <a:t>Aspek juri_panitia menjadi bahasan paling dominan; sesuai dengan konteks kontroversi yang berpusat pada proses penilaian dan keputusan lomba.</a:t>
            </a:r>
            <a:endParaRPr lang="en-US" sz="1470" dirty="0"/>
          </a:p>
        </p:txBody>
      </p:sp>
      <p:sp>
        <p:nvSpPr>
          <p:cNvPr id="14" name="Text 10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Metode: Fine-Tuning IndoBERTweet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Transformer untuk teks informal Bahasa Indonesia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56692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F8FAFC"/>
                </a:solidFill>
              </a:rPr>
              <a:t>IndoBERTweet adalah pretrained language model berbasis BERT untuk teks media sosial Indonesia.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</a:rPr>
              <a:t>Fine-tuning dilakukan agar model menyesuaikan diri dengan label studi kasus: kritik_juri_panitia, pro_peserta, dan netral.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</a:rPr>
              <a:t>Berbeda dari metode klasik berbasis frekuensi kata, transformer membaca konteks kata dalam kalimat.</a:t>
            </a:r>
            <a:endParaRPr lang="en-US" sz="1700" dirty="0"/>
          </a:p>
          <a:p>
            <a:r>
              <a:rPr lang="en-US" sz="1700" dirty="0">
                <a:solidFill>
                  <a:srgbClr val="F8FAFC"/>
                </a:solidFill>
              </a:rPr>
              <a:t>Cocok untuk komentar YouTube yang sering berisi bahasa informal, typo, singkatan, dan opini pendek.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03720" y="132588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162237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CC15"/>
                </a:solidFill>
              </a:rPr>
              <a:t>Alasan memilih metode ini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23760" y="21762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Lebih modern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06840" y="2176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berbasis transformer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23760" y="27980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Lebih kontekstual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06840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tidak hanya hitung frekuensi kata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34198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Relevan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06840" y="3419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khusus teks sosial media Indonesia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23760" y="4041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Berbeda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06840" y="4041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9D4E5"/>
                </a:solidFill>
              </a:rPr>
              <a:t>bukan Naive Bayes/SVM yang sudah umum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&amp; Evaluasi Model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Hasil fine-tuning IndoBERTweet pada data komentar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4440"/>
          <a:ext cx="3337560" cy="219456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Metrik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Nilai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Accuracy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0,9314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Precision weighted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0,9300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Recall weighted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0,9314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F1-score weighted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8FAFC"/>
                          </a:solidFill>
                        </a:rPr>
                        <a:t>0,9302</a:t>
                      </a:r>
                      <a:endParaRPr lang="en-US" sz="145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434840" y="1051560"/>
            <a:ext cx="69037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9" name="Image 0" descr="/mnt/data/tmp_hasil/hasil/hasil_metrik_indobertw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8005" y="1124712"/>
            <a:ext cx="6457390" cy="39867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9704" y="5138928"/>
            <a:ext cx="6793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Gambar 5.8 Metrik evaluasi IndoBERTweet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2296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9D4E5"/>
                </a:solidFill>
              </a:rPr>
              <a:t>Interpretasi: skor weighted tinggi menunjukkan model mampu mempelajari pola kelas dominan dengan baik, namun kelas kecil tetap perlu diperhatikan melalui classification report.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Report per Kelas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Melihat performa model pada setiap label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10698480" cy="187452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64592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kritik_juri_panitia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0,9588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0,9538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0,9563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757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netral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0,9027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0,9474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0,9245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323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pro_peserta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0,7500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0,6250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0,6818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72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Pembacaan hasil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4005072"/>
            <a:ext cx="97840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F8FAFC"/>
                </a:solidFill>
              </a:rPr>
              <a:t>Kelas kritik_juri_panitia paling kuat karena datanya paling banyak.</a:t>
            </a:r>
            <a:endParaRPr lang="en-US" sz="1600" dirty="0"/>
          </a:p>
          <a:p>
            <a:r>
              <a:rPr lang="en-US" sz="1600" dirty="0">
                <a:solidFill>
                  <a:srgbClr val="F8FAFC"/>
                </a:solidFill>
              </a:rPr>
              <a:t>Kelas netral juga cukup stabil dengan F1-score 0,9245.</a:t>
            </a:r>
            <a:endParaRPr lang="en-US" sz="1600" dirty="0"/>
          </a:p>
          <a:p>
            <a:r>
              <a:rPr lang="en-US" sz="1600" dirty="0">
                <a:solidFill>
                  <a:srgbClr val="F8FAFC"/>
                </a:solidFill>
              </a:rPr>
              <a:t>Kelas pro_peserta paling menantang karena support paling kecil, sehingga perlu penyeimbangan data.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 &amp; Prediksi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Melihat pola benar-salah 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8" name="Image 0" descr="/mnt/data/tmp_hasil/hasil/confusion_matrix_indobertw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610" y="1078992"/>
            <a:ext cx="4856741" cy="45811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5687568"/>
            <a:ext cx="5148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Confusion matrix IndoBERTweet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72200" y="100584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1" name="Image 1" descr="/mnt/data/tmp_hasil/hasil/prediksi_vs_label_akt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791649"/>
            <a:ext cx="5111496" cy="31558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27064" y="5687568"/>
            <a:ext cx="5148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4E5"/>
                </a:solidFill>
              </a:rPr>
              <a:t>Distribusi label aktual vs prediksi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Project yang Dihasilkan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Dataset, hasil visual, model, dan laporan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10652760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8641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Folder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Isi penting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dataset/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raw CSV/XLSX, preprocessed CSV/XLSX, labeled CSV/XLSX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hasil/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grafik EDA, confusion matrix, evaluasi, classification report, hasil prediksi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model/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model IndoBERTweet hasil fine-tuning dan label mapping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source_code/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notebook IndoBERTweet versi terbaru aman tanpa scikit-learn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laporan &amp; PPT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8FAFC"/>
                          </a:solidFill>
                        </a:rPr>
                        <a:t>dokumen siap kumpul dan bahan presentasi kelas</a:t>
                      </a:r>
                      <a:endParaRPr lang="en-US" sz="1500" dirty="0"/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800600"/>
            <a:ext cx="104241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Pesan utama: semua output dibuat untuk mendukung transparansi penelitian — data dapat dicek, EDA dapat dilihat, model dapat dievaluasi, dan hasil dapat dipresentasikan.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&amp; Saran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</a:rPr>
              <a:t>Apa yang dapat disampaikan dari penelitian ini?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</a:rPr>
              <a:t>Kesimpulan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502920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F8FAFC"/>
                </a:solidFill>
              </a:rPr>
              <a:t>Dataset valid berisi 5.856 komentar raw dan 5.760 komentar setelah preprocessing/labeling.</a:t>
            </a:r>
            <a:endParaRPr lang="en-US" sz="1560" dirty="0"/>
          </a:p>
          <a:p>
            <a:r>
              <a:rPr lang="en-US" sz="1560" dirty="0">
                <a:solidFill>
                  <a:srgbClr val="F8FAFC"/>
                </a:solidFill>
              </a:rPr>
              <a:t>Komentar didominasi kelas kritik_juri_panitia, sehingga opini warganet cenderung kritis terhadap juri/panitia/sistem penilaian.</a:t>
            </a:r>
            <a:endParaRPr lang="en-US" sz="1560" dirty="0"/>
          </a:p>
          <a:p>
            <a:r>
              <a:rPr lang="en-US" sz="1560" dirty="0">
                <a:solidFill>
                  <a:srgbClr val="F8FAFC"/>
                </a:solidFill>
              </a:rPr>
              <a:t>IndoBERTweet memperoleh performa weighted yang baik dan cocok untuk komentar YouTube berbahasa Indonesia yang informal.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Saran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1600200"/>
            <a:ext cx="49377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60" dirty="0">
                <a:solidFill>
                  <a:srgbClr val="F8FAFC"/>
                </a:solidFill>
              </a:rPr>
              <a:t>Validasi manual komentar manual_review_required agar label lebih presisi.</a:t>
            </a:r>
            <a:endParaRPr lang="en-US" sz="1560" dirty="0"/>
          </a:p>
          <a:p>
            <a:r>
              <a:rPr lang="en-US" sz="1560" dirty="0">
                <a:solidFill>
                  <a:srgbClr val="F8FAFC"/>
                </a:solidFill>
              </a:rPr>
              <a:t>Tambah sumber video relevan agar jumlah komentar valid benar-benar mencapai 6000 atau lebih.</a:t>
            </a:r>
            <a:endParaRPr lang="en-US" sz="1560" dirty="0"/>
          </a:p>
          <a:p>
            <a:r>
              <a:rPr lang="en-US" sz="1560" dirty="0">
                <a:solidFill>
                  <a:srgbClr val="F8FAFC"/>
                </a:solidFill>
              </a:rPr>
              <a:t>Seimbangkan kelas pro_peserta dan uji pembanding seperti IndoBERT, SetFit, atau multilingual transformer.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685800" y="566928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Terima kasih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11C32"/>
          </a:solidFill>
          <a:ln w="12700">
            <a:solidFill>
              <a:srgbClr val="111C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47104"/>
            <a:ext cx="301752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5" name="Image 0" descr="/mnt/data/ref_extract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331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Diskusi &amp; Tanya Jawab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0906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Klasifikasi Sentimen Komentar YouTube • Fine-Tuning IndoBERTweet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5"/>
                </a:solidFill>
              </a:rPr>
              <a:t>Pertanyaan yang bisa dijawab: alasan memilih dataset, mengapa IndoBERTweet, apa EDA-nya, bagaimana membaca hasil evaluasi.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62940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2DE"/>
                </a:solidFill>
              </a:rPr>
              <a:t>Penambangan Data • Fine-Tuning IndoBERTweet • LCC 4 Pilar Kalbar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539728" y="660196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ACC15"/>
                </a:solidFill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Trunodjoyo Madura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Klasifikasi Sentimen 6000 Komentar YouTube terhadap Kontroversi LCC 4 Pilar Kalimantan Barat Menggunakan Fine-Tuning IndoBERTweet</dc:title>
  <dc:subject>Penambangan Data - IndoBERTweet</dc:subject>
  <dc:creator>Reno Syaelendra</dc:creator>
  <cp:lastModifiedBy>Reno Syaelendra</cp:lastModifiedBy>
  <cp:revision>1</cp:revision>
  <dcterms:created xsi:type="dcterms:W3CDTF">2026-06-04T19:45:07Z</dcterms:created>
  <dcterms:modified xsi:type="dcterms:W3CDTF">2026-06-04T19:45:07Z</dcterms:modified>
</cp:coreProperties>
</file>